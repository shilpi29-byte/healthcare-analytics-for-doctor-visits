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42" r:id="rId10"/>
    <p:sldId id="340" r:id="rId11"/>
    <p:sldId id="343" r:id="rId12"/>
    <p:sldId id="344"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6" d="100"/>
          <a:sy n="66" d="100"/>
        </p:scale>
        <p:origin x="1234" y="32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abc"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abc"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abc"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abc" TargetMode="Externa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80640" y="3622991"/>
            <a:ext cx="6741212" cy="861497"/>
          </a:xfrm>
        </p:spPr>
        <p:txBody>
          <a:bodyPr>
            <a:noAutofit/>
          </a:bodyPr>
          <a:lstStyle/>
          <a:p>
            <a:pPr algn="r"/>
            <a:r>
              <a:rPr lang="en-US" sz="2900" b="0" dirty="0">
                <a:solidFill>
                  <a:schemeClr val="tx1"/>
                </a:solidFill>
              </a:rPr>
              <a:t>STUDENT NAME: Shilpi Bhakat</a:t>
            </a:r>
            <a:endParaRPr lang="en-IN" sz="29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1659" y="2615106"/>
            <a:ext cx="11128682" cy="743448"/>
          </a:xfrm>
        </p:spPr>
        <p:txBody>
          <a:bodyPr>
            <a:normAutofit fontScale="90000"/>
          </a:bodyPr>
          <a:lstStyle/>
          <a:p>
            <a:r>
              <a:rPr lang="en-GB" sz="3200" dirty="0"/>
              <a:t>PROJECT TITLE: </a:t>
            </a:r>
            <a:r>
              <a:rPr lang="en-IN" sz="3200" dirty="0"/>
              <a:t>Healthcare Analytics for Doctor </a:t>
            </a:r>
            <a:r>
              <a:rPr lang="en-IN" sz="3200" dirty="0" err="1"/>
              <a:t>Visits_TIRTC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19916" y="1705424"/>
            <a:ext cx="6674898" cy="4091220"/>
          </a:xfrm>
        </p:spPr>
        <p:txBody>
          <a:bodyPr>
            <a:normAutofit/>
          </a:bodyPr>
          <a:lstStyle/>
          <a:p>
            <a:pPr marL="0" indent="0" algn="just">
              <a:lnSpc>
                <a:spcPct val="100000"/>
              </a:lnSpc>
              <a:buNone/>
            </a:pPr>
            <a:r>
              <a:rPr lang="en-IN" sz="2400" dirty="0">
                <a:solidFill>
                  <a:schemeClr val="tx1"/>
                </a:solidFill>
              </a:rPr>
              <a:t>Healthcare organizations generate large amounts of doctor-visit data, but it is often difficult to analyse effectively. This project aims to use Healthcare Analytics to identify patterns in patient visits, common health conditions, appointment trends, and doctor workload, helping improve healthcare planning and decision-making</a:t>
            </a:r>
            <a:r>
              <a:rPr lang="en-IN" sz="2400" dirty="0"/>
              <a: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772788"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D2F56582-00CA-70AA-C6F1-AE2FDF7840C9}"/>
              </a:ext>
            </a:extLst>
          </p:cNvPr>
          <p:cNvSpPr txBox="1"/>
          <p:nvPr/>
        </p:nvSpPr>
        <p:spPr>
          <a:xfrm>
            <a:off x="675957" y="1810620"/>
            <a:ext cx="7341372" cy="4154984"/>
          </a:xfrm>
          <a:prstGeom prst="rect">
            <a:avLst/>
          </a:prstGeom>
          <a:noFill/>
        </p:spPr>
        <p:txBody>
          <a:bodyPr wrap="square">
            <a:spAutoFit/>
          </a:bodyPr>
          <a:lstStyle/>
          <a:p>
            <a:pPr algn="just"/>
            <a:r>
              <a:rPr lang="en-IN" sz="2400" dirty="0"/>
              <a:t>This project focuses on analysing doctor visit data to identify patterns and trends in healthcare services. It examines information such as patient visits, common health conditions, appointment trends, patient demographics, and doctor workload. Data analytics and visualization techniques are used to convert the collected data into meaningful insights. These insights can help healthcare organizations improve resource planning, understand patient needs, and support better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851988" y="1933019"/>
            <a:ext cx="8373656" cy="3990023"/>
          </a:xfrm>
        </p:spPr>
        <p:txBody>
          <a:bodyPr>
            <a:normAutofit/>
          </a:bodyPr>
          <a:lstStyle/>
          <a:p>
            <a:pPr lvl="0"/>
            <a:r>
              <a:rPr lang="en-IN" sz="2400" b="1" dirty="0">
                <a:solidFill>
                  <a:schemeClr val="tx1"/>
                </a:solidFill>
              </a:rPr>
              <a:t>Doctors</a:t>
            </a:r>
            <a:r>
              <a:rPr lang="en-IN" sz="2400" dirty="0">
                <a:solidFill>
                  <a:schemeClr val="tx1"/>
                </a:solidFill>
              </a:rPr>
              <a:t> – to understand patient visit patterns and workload. </a:t>
            </a:r>
          </a:p>
          <a:p>
            <a:pPr lvl="0"/>
            <a:r>
              <a:rPr lang="en-IN" sz="2400" b="1" dirty="0">
                <a:solidFill>
                  <a:schemeClr val="tx1"/>
                </a:solidFill>
              </a:rPr>
              <a:t>Hospital Administrators</a:t>
            </a:r>
            <a:r>
              <a:rPr lang="en-IN" sz="2400" dirty="0">
                <a:solidFill>
                  <a:schemeClr val="tx1"/>
                </a:solidFill>
              </a:rPr>
              <a:t> – for resource planning and management. </a:t>
            </a:r>
          </a:p>
          <a:p>
            <a:pPr lvl="0"/>
            <a:r>
              <a:rPr lang="en-IN" sz="2400" b="1" dirty="0">
                <a:solidFill>
                  <a:schemeClr val="tx1"/>
                </a:solidFill>
              </a:rPr>
              <a:t>Healthcare Managers</a:t>
            </a:r>
            <a:r>
              <a:rPr lang="en-IN" sz="2400" dirty="0">
                <a:solidFill>
                  <a:schemeClr val="tx1"/>
                </a:solidFill>
              </a:rPr>
              <a:t> – to monitor trends and improve services. </a:t>
            </a:r>
          </a:p>
          <a:p>
            <a:pPr lvl="0"/>
            <a:r>
              <a:rPr lang="en-IN" sz="2400" b="1" dirty="0">
                <a:solidFill>
                  <a:schemeClr val="tx1"/>
                </a:solidFill>
              </a:rPr>
              <a:t>Data Analysts</a:t>
            </a:r>
            <a:r>
              <a:rPr lang="en-IN" sz="2400" dirty="0">
                <a:solidFill>
                  <a:schemeClr val="tx1"/>
                </a:solidFill>
              </a:rPr>
              <a:t> – to </a:t>
            </a:r>
            <a:r>
              <a:rPr lang="en-IN" sz="2400" dirty="0" err="1">
                <a:solidFill>
                  <a:schemeClr val="tx1"/>
                </a:solidFill>
              </a:rPr>
              <a:t>analyze</a:t>
            </a:r>
            <a:r>
              <a:rPr lang="en-IN" sz="2400" dirty="0">
                <a:solidFill>
                  <a:schemeClr val="tx1"/>
                </a:solidFill>
              </a:rPr>
              <a:t> healthcare data and generate insights.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12102" y="876617"/>
            <a:ext cx="10046070" cy="802641"/>
          </a:xfrm>
        </p:spPr>
        <p:txBody>
          <a:bodyPr>
            <a:no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0346208" cy="5243448"/>
          </a:xfrm>
        </p:spPr>
        <p:txBody>
          <a:bodyPr/>
          <a:lstStyle/>
          <a:p>
            <a:pPr lvl="0" algn="just"/>
            <a:r>
              <a:rPr lang="en-IN" sz="2400" b="1" dirty="0">
                <a:solidFill>
                  <a:schemeClr val="tx1"/>
                </a:solidFill>
              </a:rPr>
              <a:t>Python:</a:t>
            </a:r>
            <a:r>
              <a:rPr lang="en-IN" sz="2400" dirty="0">
                <a:solidFill>
                  <a:schemeClr val="tx1"/>
                </a:solidFill>
              </a:rPr>
              <a:t> Used for data analysis and programming.</a:t>
            </a:r>
          </a:p>
          <a:p>
            <a:pPr lvl="0" algn="just"/>
            <a:r>
              <a:rPr lang="en-IN" sz="2400" b="1" dirty="0">
                <a:solidFill>
                  <a:schemeClr val="tx1"/>
                </a:solidFill>
              </a:rPr>
              <a:t>Pandas and NumPy:</a:t>
            </a:r>
            <a:r>
              <a:rPr lang="en-IN" sz="2400" dirty="0">
                <a:solidFill>
                  <a:schemeClr val="tx1"/>
                </a:solidFill>
              </a:rPr>
              <a:t> Used to clean, organise, and analyse the dataset.</a:t>
            </a:r>
          </a:p>
          <a:p>
            <a:pPr lvl="0" algn="just"/>
            <a:r>
              <a:rPr lang="en-IN" sz="2400" b="1" dirty="0">
                <a:solidFill>
                  <a:schemeClr val="tx1"/>
                </a:solidFill>
              </a:rPr>
              <a:t>Matplotlib and Seaborn:</a:t>
            </a:r>
            <a:r>
              <a:rPr lang="en-IN" sz="2400" dirty="0">
                <a:solidFill>
                  <a:schemeClr val="tx1"/>
                </a:solidFill>
              </a:rPr>
              <a:t> Used to create charts and visualisations.</a:t>
            </a:r>
          </a:p>
          <a:p>
            <a:pPr lvl="0" algn="just"/>
            <a:r>
              <a:rPr lang="en-IN" sz="2400" b="1" dirty="0">
                <a:solidFill>
                  <a:schemeClr val="tx1"/>
                </a:solidFill>
              </a:rPr>
              <a:t>Google </a:t>
            </a:r>
            <a:r>
              <a:rPr lang="en-IN" sz="2400" b="1" dirty="0" err="1">
                <a:solidFill>
                  <a:schemeClr val="tx1"/>
                </a:solidFill>
              </a:rPr>
              <a:t>Colab</a:t>
            </a:r>
            <a:r>
              <a:rPr lang="en-IN" sz="2400" b="1" dirty="0">
                <a:solidFill>
                  <a:schemeClr val="tx1"/>
                </a:solidFill>
              </a:rPr>
              <a:t> and GitHub:</a:t>
            </a:r>
            <a:r>
              <a:rPr lang="en-IN" sz="2400" dirty="0">
                <a:solidFill>
                  <a:schemeClr val="tx1"/>
                </a:solidFill>
              </a:rPr>
              <a:t> Used to run the notebook and share the project.</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4475-4A63-A899-504F-B3065B2B74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B0BB1F-AE0A-84ED-3F6D-C41C9C25B74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C9E41C7-6BF5-7119-F3CA-1ACBC4953A0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8A18A55-1F8C-560E-7277-2D4DCEC08B2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79BA86C-FFE3-627B-F8A1-3C1866B09CB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64908E2-75C1-2834-0A58-5FF4486DBDAB}"/>
              </a:ext>
            </a:extLst>
          </p:cNvPr>
          <p:cNvPicPr>
            <a:picLocks noChangeAspect="1"/>
          </p:cNvPicPr>
          <p:nvPr/>
        </p:nvPicPr>
        <p:blipFill>
          <a:blip r:embed="rId3"/>
          <a:stretch>
            <a:fillRect/>
          </a:stretch>
        </p:blipFill>
        <p:spPr>
          <a:xfrm>
            <a:off x="281445" y="1427112"/>
            <a:ext cx="5814555" cy="4297689"/>
          </a:xfrm>
          <a:prstGeom prst="rect">
            <a:avLst/>
          </a:prstGeom>
        </p:spPr>
      </p:pic>
      <p:pic>
        <p:nvPicPr>
          <p:cNvPr id="10" name="Picture 9">
            <a:extLst>
              <a:ext uri="{FF2B5EF4-FFF2-40B4-BE49-F238E27FC236}">
                <a16:creationId xmlns:a16="http://schemas.microsoft.com/office/drawing/2014/main" id="{33338803-CE82-F456-F64D-BABEB01C4A56}"/>
              </a:ext>
            </a:extLst>
          </p:cNvPr>
          <p:cNvPicPr>
            <a:picLocks noChangeAspect="1"/>
          </p:cNvPicPr>
          <p:nvPr/>
        </p:nvPicPr>
        <p:blipFill>
          <a:blip r:embed="rId4"/>
          <a:stretch>
            <a:fillRect/>
          </a:stretch>
        </p:blipFill>
        <p:spPr>
          <a:xfrm>
            <a:off x="6279365" y="1427112"/>
            <a:ext cx="5352196" cy="4281360"/>
          </a:xfrm>
          <a:prstGeom prst="rect">
            <a:avLst/>
          </a:prstGeom>
        </p:spPr>
      </p:pic>
      <p:sp>
        <p:nvSpPr>
          <p:cNvPr id="6" name="Title 3">
            <a:extLst>
              <a:ext uri="{FF2B5EF4-FFF2-40B4-BE49-F238E27FC236}">
                <a16:creationId xmlns:a16="http://schemas.microsoft.com/office/drawing/2014/main" id="{FC70820D-7A16-F9F4-4E01-775FAD83FBC7}"/>
              </a:ext>
            </a:extLst>
          </p:cNvPr>
          <p:cNvSpPr txBox="1">
            <a:spLocks/>
          </p:cNvSpPr>
          <p:nvPr/>
        </p:nvSpPr>
        <p:spPr>
          <a:xfrm>
            <a:off x="422959" y="6090920"/>
            <a:ext cx="11208602" cy="477520"/>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5"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 https://github.com/Shilpi29-byte/Healthcare-Analytics-for-Doctor-Visits.git</a:t>
            </a:r>
            <a:endParaRPr lang="en-IN" b="0" dirty="0">
              <a:solidFill>
                <a:srgbClr val="0070C0"/>
              </a:solidFill>
            </a:endParaRPr>
          </a:p>
        </p:txBody>
      </p:sp>
    </p:spTree>
    <p:extLst>
      <p:ext uri="{BB962C8B-B14F-4D97-AF65-F5344CB8AC3E}">
        <p14:creationId xmlns:p14="http://schemas.microsoft.com/office/powerpoint/2010/main" val="32305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E7803EC-89D3-7E8C-1491-D2AA0364399B}"/>
              </a:ext>
            </a:extLst>
          </p:cNvPr>
          <p:cNvPicPr>
            <a:picLocks noChangeAspect="1"/>
          </p:cNvPicPr>
          <p:nvPr/>
        </p:nvPicPr>
        <p:blipFill>
          <a:blip r:embed="rId3"/>
          <a:stretch>
            <a:fillRect/>
          </a:stretch>
        </p:blipFill>
        <p:spPr>
          <a:xfrm>
            <a:off x="242456" y="1343234"/>
            <a:ext cx="5775018" cy="4297689"/>
          </a:xfrm>
          <a:prstGeom prst="rect">
            <a:avLst/>
          </a:prstGeom>
        </p:spPr>
      </p:pic>
      <p:pic>
        <p:nvPicPr>
          <p:cNvPr id="3" name="Picture 2">
            <a:extLst>
              <a:ext uri="{FF2B5EF4-FFF2-40B4-BE49-F238E27FC236}">
                <a16:creationId xmlns:a16="http://schemas.microsoft.com/office/drawing/2014/main" id="{014C8978-1EB7-A551-CC4F-35FF132A97A6}"/>
              </a:ext>
            </a:extLst>
          </p:cNvPr>
          <p:cNvPicPr>
            <a:picLocks noChangeAspect="1"/>
          </p:cNvPicPr>
          <p:nvPr/>
        </p:nvPicPr>
        <p:blipFill>
          <a:blip r:embed="rId4"/>
          <a:stretch>
            <a:fillRect/>
          </a:stretch>
        </p:blipFill>
        <p:spPr>
          <a:xfrm>
            <a:off x="6452080" y="1343234"/>
            <a:ext cx="5255506" cy="4234610"/>
          </a:xfrm>
          <a:prstGeom prst="rect">
            <a:avLst/>
          </a:prstGeom>
        </p:spPr>
      </p:pic>
      <p:sp>
        <p:nvSpPr>
          <p:cNvPr id="9" name="Title 3">
            <a:extLst>
              <a:ext uri="{FF2B5EF4-FFF2-40B4-BE49-F238E27FC236}">
                <a16:creationId xmlns:a16="http://schemas.microsoft.com/office/drawing/2014/main" id="{32FEFCE9-C6CA-6617-1F93-38A1BBF42FF5}"/>
              </a:ext>
            </a:extLst>
          </p:cNvPr>
          <p:cNvSpPr txBox="1">
            <a:spLocks/>
          </p:cNvSpPr>
          <p:nvPr/>
        </p:nvSpPr>
        <p:spPr>
          <a:xfrm>
            <a:off x="422959" y="6090920"/>
            <a:ext cx="11208602" cy="477520"/>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5"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 https://github.com/Shilpi29-byte/Healthcare-Analytics-for-Doctor-Visits.git</a:t>
            </a:r>
            <a:endParaRPr lang="en-IN" b="0" dirty="0">
              <a:solidFill>
                <a:srgbClr val="0070C0"/>
              </a:solidFill>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1781-C893-6B0E-E4C8-547B95E232F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68DCA2-110C-1D9B-97BB-EEC5A63DC48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BCC1A94-8236-6DD7-1710-C6C170E2ACC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889CC2B-7CC2-B50E-ADE9-D509F407D4A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B6A7FA1-EBDD-BE91-9589-C55BD72A865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29B8CB8-43BC-0E1B-5624-F907E036FE7E}"/>
              </a:ext>
            </a:extLst>
          </p:cNvPr>
          <p:cNvPicPr>
            <a:picLocks noChangeAspect="1"/>
          </p:cNvPicPr>
          <p:nvPr/>
        </p:nvPicPr>
        <p:blipFill>
          <a:blip r:embed="rId3"/>
          <a:stretch>
            <a:fillRect/>
          </a:stretch>
        </p:blipFill>
        <p:spPr>
          <a:xfrm>
            <a:off x="320982" y="1422101"/>
            <a:ext cx="5443004" cy="4160528"/>
          </a:xfrm>
          <a:prstGeom prst="rect">
            <a:avLst/>
          </a:prstGeom>
        </p:spPr>
      </p:pic>
      <p:pic>
        <p:nvPicPr>
          <p:cNvPr id="9" name="Picture 8">
            <a:extLst>
              <a:ext uri="{FF2B5EF4-FFF2-40B4-BE49-F238E27FC236}">
                <a16:creationId xmlns:a16="http://schemas.microsoft.com/office/drawing/2014/main" id="{325557D5-B3EA-2373-1954-97B340C111F6}"/>
              </a:ext>
            </a:extLst>
          </p:cNvPr>
          <p:cNvPicPr>
            <a:picLocks noChangeAspect="1"/>
          </p:cNvPicPr>
          <p:nvPr/>
        </p:nvPicPr>
        <p:blipFill>
          <a:blip r:embed="rId4"/>
          <a:stretch>
            <a:fillRect/>
          </a:stretch>
        </p:blipFill>
        <p:spPr>
          <a:xfrm>
            <a:off x="6269087" y="1515255"/>
            <a:ext cx="5184658" cy="3974219"/>
          </a:xfrm>
          <a:prstGeom prst="rect">
            <a:avLst/>
          </a:prstGeom>
        </p:spPr>
      </p:pic>
      <p:sp>
        <p:nvSpPr>
          <p:cNvPr id="6" name="Title 3">
            <a:extLst>
              <a:ext uri="{FF2B5EF4-FFF2-40B4-BE49-F238E27FC236}">
                <a16:creationId xmlns:a16="http://schemas.microsoft.com/office/drawing/2014/main" id="{B6945D15-DA0A-1DF7-2731-92301C90E7C2}"/>
              </a:ext>
            </a:extLst>
          </p:cNvPr>
          <p:cNvSpPr txBox="1">
            <a:spLocks/>
          </p:cNvSpPr>
          <p:nvPr/>
        </p:nvSpPr>
        <p:spPr>
          <a:xfrm>
            <a:off x="422959" y="6090920"/>
            <a:ext cx="11208602" cy="477520"/>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5"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 https://github.com/Shilpi29-byte/Healthcare-Analytics-for-Doctor-Visits.git</a:t>
            </a:r>
            <a:endParaRPr lang="en-IN" b="0" dirty="0">
              <a:solidFill>
                <a:srgbClr val="0070C0"/>
              </a:solidFill>
            </a:endParaRPr>
          </a:p>
        </p:txBody>
      </p:sp>
    </p:spTree>
    <p:extLst>
      <p:ext uri="{BB962C8B-B14F-4D97-AF65-F5344CB8AC3E}">
        <p14:creationId xmlns:p14="http://schemas.microsoft.com/office/powerpoint/2010/main" val="3817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73AB4-FF68-EE19-8C4E-C1A1FFC66F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A19561-F9C5-25A3-7541-7154A8CF88D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82A2644-BAD0-3ECF-FA60-DD42CBE17B9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13A4B18-90A3-5C26-AA9A-BDD99A4A5BC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06770C1-D8C4-57B4-191C-0EFBE414552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38687AB-21DE-8C33-2AD3-027D81F9C762}"/>
              </a:ext>
            </a:extLst>
          </p:cNvPr>
          <p:cNvPicPr>
            <a:picLocks noChangeAspect="1"/>
          </p:cNvPicPr>
          <p:nvPr/>
        </p:nvPicPr>
        <p:blipFill>
          <a:blip r:embed="rId3"/>
          <a:stretch>
            <a:fillRect/>
          </a:stretch>
        </p:blipFill>
        <p:spPr>
          <a:xfrm>
            <a:off x="320982" y="1350409"/>
            <a:ext cx="5486411" cy="4297689"/>
          </a:xfrm>
          <a:prstGeom prst="rect">
            <a:avLst/>
          </a:prstGeom>
        </p:spPr>
      </p:pic>
      <p:pic>
        <p:nvPicPr>
          <p:cNvPr id="9" name="Picture 8">
            <a:extLst>
              <a:ext uri="{FF2B5EF4-FFF2-40B4-BE49-F238E27FC236}">
                <a16:creationId xmlns:a16="http://schemas.microsoft.com/office/drawing/2014/main" id="{54B472DC-7CF9-33A6-A82F-F64E3867F64F}"/>
              </a:ext>
            </a:extLst>
          </p:cNvPr>
          <p:cNvPicPr>
            <a:picLocks noChangeAspect="1"/>
          </p:cNvPicPr>
          <p:nvPr/>
        </p:nvPicPr>
        <p:blipFill>
          <a:blip r:embed="rId4"/>
          <a:stretch>
            <a:fillRect/>
          </a:stretch>
        </p:blipFill>
        <p:spPr>
          <a:xfrm>
            <a:off x="6248082" y="1350408"/>
            <a:ext cx="5486411" cy="4297689"/>
          </a:xfrm>
          <a:prstGeom prst="rect">
            <a:avLst/>
          </a:prstGeom>
        </p:spPr>
      </p:pic>
      <p:sp>
        <p:nvSpPr>
          <p:cNvPr id="3" name="Title 3">
            <a:extLst>
              <a:ext uri="{FF2B5EF4-FFF2-40B4-BE49-F238E27FC236}">
                <a16:creationId xmlns:a16="http://schemas.microsoft.com/office/drawing/2014/main" id="{F77EF09A-FD31-E5B3-3209-2FFE9649EDC2}"/>
              </a:ext>
            </a:extLst>
          </p:cNvPr>
          <p:cNvSpPr txBox="1">
            <a:spLocks/>
          </p:cNvSpPr>
          <p:nvPr/>
        </p:nvSpPr>
        <p:spPr>
          <a:xfrm>
            <a:off x="422959" y="6090920"/>
            <a:ext cx="11208602" cy="477520"/>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5" action="ppaction://hlinkfile">
                  <a:extLst>
                    <a:ext uri="{A12FA001-AC4F-418D-AE19-62706E023703}">
                      <ahyp:hlinkClr xmlns:ahyp="http://schemas.microsoft.com/office/drawing/2018/hyperlinkcolor" val="tx"/>
                    </a:ext>
                  </a:extLst>
                </a:hlinkClick>
              </a:rPr>
              <a:t>Demo Link</a:t>
            </a:r>
            <a:r>
              <a:rPr lang="en-GB" sz="2000" b="0" dirty="0">
                <a:solidFill>
                  <a:srgbClr val="0070C0"/>
                </a:solidFill>
              </a:rPr>
              <a:t> - https://github.com/Shilpi29-byte/Healthcare-Analytics-for-Doctor-Visits.git</a:t>
            </a:r>
            <a:endParaRPr lang="en-IN" b="0" dirty="0">
              <a:solidFill>
                <a:srgbClr val="0070C0"/>
              </a:solidFill>
            </a:endParaRPr>
          </a:p>
        </p:txBody>
      </p:sp>
    </p:spTree>
    <p:extLst>
      <p:ext uri="{BB962C8B-B14F-4D97-AF65-F5344CB8AC3E}">
        <p14:creationId xmlns:p14="http://schemas.microsoft.com/office/powerpoint/2010/main" val="159559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660</TotalTime>
  <Words>321</Words>
  <Application>Microsoft Office PowerPoint</Application>
  <PresentationFormat>Widescreen</PresentationFormat>
  <Paragraphs>28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Trebuchet MS</vt:lpstr>
      <vt:lpstr>Wingdings</vt:lpstr>
      <vt:lpstr>Wingdings 3</vt:lpstr>
      <vt:lpstr>Facet</vt:lpstr>
      <vt:lpstr>PROJECT TITLE: Healthcare Analytics for Doctor Visits_TIRTC</vt:lpstr>
      <vt:lpstr>PROBLEM  STATEMENT</vt:lpstr>
      <vt:lpstr>PROJECT DESCRIPTION   </vt:lpstr>
      <vt:lpstr>WHO ARE THE END USERS?</vt:lpstr>
      <vt:lpstr>TECHNOLOGY USED</vt:lpstr>
      <vt:lpstr>RESULTS </vt:lpstr>
      <vt:lpstr>RESULTS </vt:lpstr>
      <vt:lpstr>RESULTS </vt:lpstr>
      <vt:lpstr>RESULTS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Shilpi Bhakat</cp:lastModifiedBy>
  <cp:revision>85</cp:revision>
  <dcterms:created xsi:type="dcterms:W3CDTF">2021-07-11T13:13:15Z</dcterms:created>
  <dcterms:modified xsi:type="dcterms:W3CDTF">2026-09-23T05:15:55Z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